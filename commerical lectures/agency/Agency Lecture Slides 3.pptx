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 id="2147483664" r:id="rId2"/>
  </p:sldMasterIdLst>
  <p:sldIdLst>
    <p:sldId id="256" r:id="rId3"/>
    <p:sldId id="257" r:id="rId4"/>
    <p:sldId id="263" r:id="rId5"/>
    <p:sldId id="283" r:id="rId6"/>
    <p:sldId id="284" r:id="rId7"/>
    <p:sldId id="292" r:id="rId8"/>
    <p:sldId id="294" r:id="rId9"/>
    <p:sldId id="295" r:id="rId10"/>
    <p:sldId id="296" r:id="rId11"/>
    <p:sldId id="29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3" d="100"/>
          <a:sy n="63" d="100"/>
        </p:scale>
        <p:origin x="7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en-Baker, Richard" userId="5e1d1d79-6a42-4407-b1b8-3b9a9a8fea08" providerId="ADAL" clId="{28911693-DEE3-4E43-BB31-1286B5E997BB}"/>
    <pc:docChg chg="undo custSel addSld delSld modSld">
      <pc:chgData name="Austen-Baker, Richard" userId="5e1d1d79-6a42-4407-b1b8-3b9a9a8fea08" providerId="ADAL" clId="{28911693-DEE3-4E43-BB31-1286B5E997BB}" dt="2025-10-16T14:06:52.111" v="6021" actId="20577"/>
      <pc:docMkLst>
        <pc:docMk/>
      </pc:docMkLst>
      <pc:sldChg chg="modSp mod">
        <pc:chgData name="Austen-Baker, Richard" userId="5e1d1d79-6a42-4407-b1b8-3b9a9a8fea08" providerId="ADAL" clId="{28911693-DEE3-4E43-BB31-1286B5E997BB}" dt="2025-10-15T14:20:12.411" v="82" actId="20577"/>
        <pc:sldMkLst>
          <pc:docMk/>
          <pc:sldMk cId="3023699867" sldId="256"/>
        </pc:sldMkLst>
        <pc:spChg chg="mod">
          <ac:chgData name="Austen-Baker, Richard" userId="5e1d1d79-6a42-4407-b1b8-3b9a9a8fea08" providerId="ADAL" clId="{28911693-DEE3-4E43-BB31-1286B5E997BB}" dt="2025-10-15T14:18:03.603" v="1" actId="20577"/>
          <ac:spMkLst>
            <pc:docMk/>
            <pc:sldMk cId="3023699867" sldId="256"/>
            <ac:spMk id="2" creationId="{00000000-0000-0000-0000-000000000000}"/>
          </ac:spMkLst>
        </pc:spChg>
        <pc:spChg chg="mod">
          <ac:chgData name="Austen-Baker, Richard" userId="5e1d1d79-6a42-4407-b1b8-3b9a9a8fea08" providerId="ADAL" clId="{28911693-DEE3-4E43-BB31-1286B5E997BB}" dt="2025-10-15T14:20:12.411" v="82" actId="20577"/>
          <ac:spMkLst>
            <pc:docMk/>
            <pc:sldMk cId="3023699867" sldId="256"/>
            <ac:spMk id="3" creationId="{00000000-0000-0000-0000-000000000000}"/>
          </ac:spMkLst>
        </pc:spChg>
      </pc:sldChg>
      <pc:sldChg chg="modSp mod">
        <pc:chgData name="Austen-Baker, Richard" userId="5e1d1d79-6a42-4407-b1b8-3b9a9a8fea08" providerId="ADAL" clId="{28911693-DEE3-4E43-BB31-1286B5E997BB}" dt="2025-10-15T18:46:02.276" v="1114" actId="12"/>
        <pc:sldMkLst>
          <pc:docMk/>
          <pc:sldMk cId="1961133414" sldId="257"/>
        </pc:sldMkLst>
        <pc:spChg chg="mod">
          <ac:chgData name="Austen-Baker, Richard" userId="5e1d1d79-6a42-4407-b1b8-3b9a9a8fea08" providerId="ADAL" clId="{28911693-DEE3-4E43-BB31-1286B5E997BB}" dt="2025-10-15T18:37:12.364" v="106" actId="20577"/>
          <ac:spMkLst>
            <pc:docMk/>
            <pc:sldMk cId="1961133414" sldId="257"/>
            <ac:spMk id="2" creationId="{00000000-0000-0000-0000-000000000000}"/>
          </ac:spMkLst>
        </pc:spChg>
        <pc:spChg chg="mod">
          <ac:chgData name="Austen-Baker, Richard" userId="5e1d1d79-6a42-4407-b1b8-3b9a9a8fea08" providerId="ADAL" clId="{28911693-DEE3-4E43-BB31-1286B5E997BB}" dt="2025-10-15T18:46:02.276" v="1114" actId="12"/>
          <ac:spMkLst>
            <pc:docMk/>
            <pc:sldMk cId="1961133414" sldId="257"/>
            <ac:spMk id="3" creationId="{00000000-0000-0000-0000-000000000000}"/>
          </ac:spMkLst>
        </pc:spChg>
      </pc:sldChg>
      <pc:sldChg chg="modSp mod">
        <pc:chgData name="Austen-Baker, Richard" userId="5e1d1d79-6a42-4407-b1b8-3b9a9a8fea08" providerId="ADAL" clId="{28911693-DEE3-4E43-BB31-1286B5E997BB}" dt="2025-10-15T18:54:27.637" v="2038" actId="12"/>
        <pc:sldMkLst>
          <pc:docMk/>
          <pc:sldMk cId="2988271438" sldId="263"/>
        </pc:sldMkLst>
        <pc:spChg chg="mod">
          <ac:chgData name="Austen-Baker, Richard" userId="5e1d1d79-6a42-4407-b1b8-3b9a9a8fea08" providerId="ADAL" clId="{28911693-DEE3-4E43-BB31-1286B5E997BB}" dt="2025-10-15T18:46:21.721" v="1152" actId="5793"/>
          <ac:spMkLst>
            <pc:docMk/>
            <pc:sldMk cId="2988271438" sldId="263"/>
            <ac:spMk id="2" creationId="{1E2CDC0D-9627-DB5B-85AB-DDB2C540777F}"/>
          </ac:spMkLst>
        </pc:spChg>
        <pc:spChg chg="mod">
          <ac:chgData name="Austen-Baker, Richard" userId="5e1d1d79-6a42-4407-b1b8-3b9a9a8fea08" providerId="ADAL" clId="{28911693-DEE3-4E43-BB31-1286B5E997BB}" dt="2025-10-15T18:54:27.637" v="2038" actId="12"/>
          <ac:spMkLst>
            <pc:docMk/>
            <pc:sldMk cId="2988271438" sldId="263"/>
            <ac:spMk id="3" creationId="{064F8B03-B657-0E95-24A2-F86D7C8C477E}"/>
          </ac:spMkLst>
        </pc:spChg>
      </pc:sldChg>
      <pc:sldChg chg="modSp mod">
        <pc:chgData name="Austen-Baker, Richard" userId="5e1d1d79-6a42-4407-b1b8-3b9a9a8fea08" providerId="ADAL" clId="{28911693-DEE3-4E43-BB31-1286B5E997BB}" dt="2025-10-15T19:01:08.203" v="2719" actId="12"/>
        <pc:sldMkLst>
          <pc:docMk/>
          <pc:sldMk cId="833957465" sldId="283"/>
        </pc:sldMkLst>
        <pc:spChg chg="mod">
          <ac:chgData name="Austen-Baker, Richard" userId="5e1d1d79-6a42-4407-b1b8-3b9a9a8fea08" providerId="ADAL" clId="{28911693-DEE3-4E43-BB31-1286B5E997BB}" dt="2025-10-15T18:55:17.005" v="2113" actId="20577"/>
          <ac:spMkLst>
            <pc:docMk/>
            <pc:sldMk cId="833957465" sldId="283"/>
            <ac:spMk id="2" creationId="{4C9BFBD9-3B8C-1F01-0CC7-BDC4469D486C}"/>
          </ac:spMkLst>
        </pc:spChg>
        <pc:spChg chg="mod">
          <ac:chgData name="Austen-Baker, Richard" userId="5e1d1d79-6a42-4407-b1b8-3b9a9a8fea08" providerId="ADAL" clId="{28911693-DEE3-4E43-BB31-1286B5E997BB}" dt="2025-10-15T19:01:08.203" v="2719" actId="12"/>
          <ac:spMkLst>
            <pc:docMk/>
            <pc:sldMk cId="833957465" sldId="283"/>
            <ac:spMk id="3" creationId="{C220711C-E4E2-F1FE-DE90-0B4EAA9B9D3F}"/>
          </ac:spMkLst>
        </pc:spChg>
      </pc:sldChg>
      <pc:sldChg chg="addSp delSp modSp mod modClrScheme chgLayout">
        <pc:chgData name="Austen-Baker, Richard" userId="5e1d1d79-6a42-4407-b1b8-3b9a9a8fea08" providerId="ADAL" clId="{28911693-DEE3-4E43-BB31-1286B5E997BB}" dt="2025-10-15T19:07:19.585" v="3529" actId="20577"/>
        <pc:sldMkLst>
          <pc:docMk/>
          <pc:sldMk cId="2060388634" sldId="284"/>
        </pc:sldMkLst>
        <pc:spChg chg="mod ord">
          <ac:chgData name="Austen-Baker, Richard" userId="5e1d1d79-6a42-4407-b1b8-3b9a9a8fea08" providerId="ADAL" clId="{28911693-DEE3-4E43-BB31-1286B5E997BB}" dt="2025-10-15T19:02:09.639" v="2810" actId="700"/>
          <ac:spMkLst>
            <pc:docMk/>
            <pc:sldMk cId="2060388634" sldId="284"/>
            <ac:spMk id="2" creationId="{2A6A9742-E364-E37E-3370-29915E6C4B55}"/>
          </ac:spMkLst>
        </pc:spChg>
        <pc:spChg chg="add mod ord">
          <ac:chgData name="Austen-Baker, Richard" userId="5e1d1d79-6a42-4407-b1b8-3b9a9a8fea08" providerId="ADAL" clId="{28911693-DEE3-4E43-BB31-1286B5E997BB}" dt="2025-10-15T19:07:19.585" v="3529" actId="20577"/>
          <ac:spMkLst>
            <pc:docMk/>
            <pc:sldMk cId="2060388634" sldId="284"/>
            <ac:spMk id="5" creationId="{A691F393-BB3B-8AFE-4EDB-FD8CF9AC9D9C}"/>
          </ac:spMkLst>
        </pc:spChg>
        <pc:picChg chg="del">
          <ac:chgData name="Austen-Baker, Richard" userId="5e1d1d79-6a42-4407-b1b8-3b9a9a8fea08" providerId="ADAL" clId="{28911693-DEE3-4E43-BB31-1286B5E997BB}" dt="2025-10-15T19:01:31.458" v="2721" actId="21"/>
          <ac:picMkLst>
            <pc:docMk/>
            <pc:sldMk cId="2060388634" sldId="284"/>
            <ac:picMk id="3" creationId="{061F6FB3-FB6D-44EE-94C1-E4AE5C3699C1}"/>
          </ac:picMkLst>
        </pc:picChg>
        <pc:picChg chg="del">
          <ac:chgData name="Austen-Baker, Richard" userId="5e1d1d79-6a42-4407-b1b8-3b9a9a8fea08" providerId="ADAL" clId="{28911693-DEE3-4E43-BB31-1286B5E997BB}" dt="2025-10-15T19:01:28.734" v="2720" actId="21"/>
          <ac:picMkLst>
            <pc:docMk/>
            <pc:sldMk cId="2060388634" sldId="284"/>
            <ac:picMk id="4" creationId="{369DFC9B-516E-2602-DAB8-56C00F02EC97}"/>
          </ac:picMkLst>
        </pc:picChg>
      </pc:sldChg>
      <pc:sldChg chg="del">
        <pc:chgData name="Austen-Baker, Richard" userId="5e1d1d79-6a42-4407-b1b8-3b9a9a8fea08" providerId="ADAL" clId="{28911693-DEE3-4E43-BB31-1286B5E997BB}" dt="2025-10-15T19:08:07.005" v="3530" actId="2696"/>
        <pc:sldMkLst>
          <pc:docMk/>
          <pc:sldMk cId="4211264507" sldId="285"/>
        </pc:sldMkLst>
      </pc:sldChg>
      <pc:sldChg chg="del">
        <pc:chgData name="Austen-Baker, Richard" userId="5e1d1d79-6a42-4407-b1b8-3b9a9a8fea08" providerId="ADAL" clId="{28911693-DEE3-4E43-BB31-1286B5E997BB}" dt="2025-10-15T19:08:09.524" v="3531" actId="2696"/>
        <pc:sldMkLst>
          <pc:docMk/>
          <pc:sldMk cId="1133535406" sldId="286"/>
        </pc:sldMkLst>
      </pc:sldChg>
      <pc:sldChg chg="del">
        <pc:chgData name="Austen-Baker, Richard" userId="5e1d1d79-6a42-4407-b1b8-3b9a9a8fea08" providerId="ADAL" clId="{28911693-DEE3-4E43-BB31-1286B5E997BB}" dt="2025-10-15T19:08:15.194" v="3532" actId="2696"/>
        <pc:sldMkLst>
          <pc:docMk/>
          <pc:sldMk cId="3297609579" sldId="287"/>
        </pc:sldMkLst>
      </pc:sldChg>
      <pc:sldChg chg="del">
        <pc:chgData name="Austen-Baker, Richard" userId="5e1d1d79-6a42-4407-b1b8-3b9a9a8fea08" providerId="ADAL" clId="{28911693-DEE3-4E43-BB31-1286B5E997BB}" dt="2025-10-15T19:08:22.375" v="3533" actId="2696"/>
        <pc:sldMkLst>
          <pc:docMk/>
          <pc:sldMk cId="4137448754" sldId="288"/>
        </pc:sldMkLst>
      </pc:sldChg>
      <pc:sldChg chg="del">
        <pc:chgData name="Austen-Baker, Richard" userId="5e1d1d79-6a42-4407-b1b8-3b9a9a8fea08" providerId="ADAL" clId="{28911693-DEE3-4E43-BB31-1286B5E997BB}" dt="2025-10-15T19:08:33.608" v="3535" actId="2696"/>
        <pc:sldMkLst>
          <pc:docMk/>
          <pc:sldMk cId="322391791" sldId="289"/>
        </pc:sldMkLst>
      </pc:sldChg>
      <pc:sldChg chg="del">
        <pc:chgData name="Austen-Baker, Richard" userId="5e1d1d79-6a42-4407-b1b8-3b9a9a8fea08" providerId="ADAL" clId="{28911693-DEE3-4E43-BB31-1286B5E997BB}" dt="2025-10-15T19:08:27.321" v="3534" actId="2696"/>
        <pc:sldMkLst>
          <pc:docMk/>
          <pc:sldMk cId="4083385043" sldId="290"/>
        </pc:sldMkLst>
      </pc:sldChg>
      <pc:sldChg chg="del">
        <pc:chgData name="Austen-Baker, Richard" userId="5e1d1d79-6a42-4407-b1b8-3b9a9a8fea08" providerId="ADAL" clId="{28911693-DEE3-4E43-BB31-1286B5E997BB}" dt="2025-10-15T19:08:37.951" v="3536" actId="2696"/>
        <pc:sldMkLst>
          <pc:docMk/>
          <pc:sldMk cId="2426513307" sldId="291"/>
        </pc:sldMkLst>
      </pc:sldChg>
      <pc:sldChg chg="modSp mod">
        <pc:chgData name="Austen-Baker, Richard" userId="5e1d1d79-6a42-4407-b1b8-3b9a9a8fea08" providerId="ADAL" clId="{28911693-DEE3-4E43-BB31-1286B5E997BB}" dt="2025-10-15T19:14:34.385" v="4187" actId="20577"/>
        <pc:sldMkLst>
          <pc:docMk/>
          <pc:sldMk cId="3259051549" sldId="292"/>
        </pc:sldMkLst>
        <pc:spChg chg="mod">
          <ac:chgData name="Austen-Baker, Richard" userId="5e1d1d79-6a42-4407-b1b8-3b9a9a8fea08" providerId="ADAL" clId="{28911693-DEE3-4E43-BB31-1286B5E997BB}" dt="2025-10-15T19:08:55.577" v="3562" actId="313"/>
          <ac:spMkLst>
            <pc:docMk/>
            <pc:sldMk cId="3259051549" sldId="292"/>
            <ac:spMk id="2" creationId="{D3DE5171-F1AC-85AB-9892-A7DC160A10FA}"/>
          </ac:spMkLst>
        </pc:spChg>
        <pc:spChg chg="mod">
          <ac:chgData name="Austen-Baker, Richard" userId="5e1d1d79-6a42-4407-b1b8-3b9a9a8fea08" providerId="ADAL" clId="{28911693-DEE3-4E43-BB31-1286B5E997BB}" dt="2025-10-15T19:14:34.385" v="4187" actId="20577"/>
          <ac:spMkLst>
            <pc:docMk/>
            <pc:sldMk cId="3259051549" sldId="292"/>
            <ac:spMk id="3" creationId="{640B2645-37DD-56A8-40D0-46BD0F5DBEA3}"/>
          </ac:spMkLst>
        </pc:spChg>
      </pc:sldChg>
      <pc:sldChg chg="modSp new mod">
        <pc:chgData name="Austen-Baker, Richard" userId="5e1d1d79-6a42-4407-b1b8-3b9a9a8fea08" providerId="ADAL" clId="{28911693-DEE3-4E43-BB31-1286B5E997BB}" dt="2025-10-16T13:50:01.691" v="4893" actId="20577"/>
        <pc:sldMkLst>
          <pc:docMk/>
          <pc:sldMk cId="3223493788" sldId="294"/>
        </pc:sldMkLst>
        <pc:spChg chg="mod">
          <ac:chgData name="Austen-Baker, Richard" userId="5e1d1d79-6a42-4407-b1b8-3b9a9a8fea08" providerId="ADAL" clId="{28911693-DEE3-4E43-BB31-1286B5E997BB}" dt="2025-10-15T19:15:31.269" v="4238" actId="20577"/>
          <ac:spMkLst>
            <pc:docMk/>
            <pc:sldMk cId="3223493788" sldId="294"/>
            <ac:spMk id="2" creationId="{D0712A40-8347-8A81-369A-8BC210FF01F1}"/>
          </ac:spMkLst>
        </pc:spChg>
        <pc:spChg chg="mod">
          <ac:chgData name="Austen-Baker, Richard" userId="5e1d1d79-6a42-4407-b1b8-3b9a9a8fea08" providerId="ADAL" clId="{28911693-DEE3-4E43-BB31-1286B5E997BB}" dt="2025-10-16T13:50:01.691" v="4893" actId="20577"/>
          <ac:spMkLst>
            <pc:docMk/>
            <pc:sldMk cId="3223493788" sldId="294"/>
            <ac:spMk id="3" creationId="{C14FF300-C0B1-DF09-FF60-595FD5549CC6}"/>
          </ac:spMkLst>
        </pc:spChg>
      </pc:sldChg>
      <pc:sldChg chg="modSp new mod">
        <pc:chgData name="Austen-Baker, Richard" userId="5e1d1d79-6a42-4407-b1b8-3b9a9a8fea08" providerId="ADAL" clId="{28911693-DEE3-4E43-BB31-1286B5E997BB}" dt="2025-10-16T13:59:40.073" v="5314" actId="403"/>
        <pc:sldMkLst>
          <pc:docMk/>
          <pc:sldMk cId="3544932522" sldId="295"/>
        </pc:sldMkLst>
        <pc:spChg chg="mod">
          <ac:chgData name="Austen-Baker, Richard" userId="5e1d1d79-6a42-4407-b1b8-3b9a9a8fea08" providerId="ADAL" clId="{28911693-DEE3-4E43-BB31-1286B5E997BB}" dt="2025-10-16T13:51:10.746" v="4906" actId="20577"/>
          <ac:spMkLst>
            <pc:docMk/>
            <pc:sldMk cId="3544932522" sldId="295"/>
            <ac:spMk id="2" creationId="{68942F17-0F67-5265-2174-5EB3CB73F349}"/>
          </ac:spMkLst>
        </pc:spChg>
        <pc:spChg chg="mod">
          <ac:chgData name="Austen-Baker, Richard" userId="5e1d1d79-6a42-4407-b1b8-3b9a9a8fea08" providerId="ADAL" clId="{28911693-DEE3-4E43-BB31-1286B5E997BB}" dt="2025-10-16T13:59:40.073" v="5314" actId="403"/>
          <ac:spMkLst>
            <pc:docMk/>
            <pc:sldMk cId="3544932522" sldId="295"/>
            <ac:spMk id="3" creationId="{03923148-6A64-0FFF-0C6C-B843B47DF376}"/>
          </ac:spMkLst>
        </pc:spChg>
      </pc:sldChg>
      <pc:sldChg chg="modSp new mod">
        <pc:chgData name="Austen-Baker, Richard" userId="5e1d1d79-6a42-4407-b1b8-3b9a9a8fea08" providerId="ADAL" clId="{28911693-DEE3-4E43-BB31-1286B5E997BB}" dt="2025-10-16T14:06:52.111" v="6021" actId="20577"/>
        <pc:sldMkLst>
          <pc:docMk/>
          <pc:sldMk cId="1432640022" sldId="296"/>
        </pc:sldMkLst>
        <pc:spChg chg="mod">
          <ac:chgData name="Austen-Baker, Richard" userId="5e1d1d79-6a42-4407-b1b8-3b9a9a8fea08" providerId="ADAL" clId="{28911693-DEE3-4E43-BB31-1286B5E997BB}" dt="2025-10-16T14:00:51.593" v="5356" actId="20577"/>
          <ac:spMkLst>
            <pc:docMk/>
            <pc:sldMk cId="1432640022" sldId="296"/>
            <ac:spMk id="2" creationId="{4568E42F-EA3B-8523-7787-170701B3140A}"/>
          </ac:spMkLst>
        </pc:spChg>
        <pc:spChg chg="mod">
          <ac:chgData name="Austen-Baker, Richard" userId="5e1d1d79-6a42-4407-b1b8-3b9a9a8fea08" providerId="ADAL" clId="{28911693-DEE3-4E43-BB31-1286B5E997BB}" dt="2025-10-16T14:06:52.111" v="6021" actId="20577"/>
          <ac:spMkLst>
            <pc:docMk/>
            <pc:sldMk cId="1432640022" sldId="296"/>
            <ac:spMk id="3" creationId="{72265DF7-B2EB-E03B-D77A-88A76298924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1: presentation title">
    <p:spTree>
      <p:nvGrpSpPr>
        <p:cNvPr id="1" name=""/>
        <p:cNvGrpSpPr/>
        <p:nvPr/>
      </p:nvGrpSpPr>
      <p:grpSpPr>
        <a:xfrm>
          <a:off x="0" y="0"/>
          <a:ext cx="0" cy="0"/>
          <a:chOff x="0" y="0"/>
          <a:chExt cx="0" cy="0"/>
        </a:xfrm>
      </p:grpSpPr>
      <p:sp>
        <p:nvSpPr>
          <p:cNvPr id="2" name="Title 1"/>
          <p:cNvSpPr>
            <a:spLocks noGrp="1"/>
          </p:cNvSpPr>
          <p:nvPr>
            <p:ph type="ctrTitle"/>
          </p:nvPr>
        </p:nvSpPr>
        <p:spPr>
          <a:xfrm>
            <a:off x="623392" y="1556793"/>
            <a:ext cx="10945216" cy="1010543"/>
          </a:xfrm>
          <a:prstGeom prst="rect">
            <a:avLst/>
          </a:prstGeom>
        </p:spPr>
        <p:txBody>
          <a:bodyPr/>
          <a:lstStyle>
            <a:lvl1pPr algn="l">
              <a:lnSpc>
                <a:spcPts val="3500"/>
              </a:lnSpc>
              <a:defRPr sz="3600">
                <a:solidFill>
                  <a:srgbClr val="B5121B"/>
                </a:solidFill>
              </a:defRPr>
            </a:lvl1pPr>
          </a:lstStyle>
          <a:p>
            <a:r>
              <a:rPr lang="en-US"/>
              <a:t>Click to edit Master title style</a:t>
            </a:r>
            <a:endParaRPr lang="en-GB" dirty="0"/>
          </a:p>
        </p:txBody>
      </p:sp>
      <p:sp>
        <p:nvSpPr>
          <p:cNvPr id="3" name="Subtitle 2"/>
          <p:cNvSpPr>
            <a:spLocks noGrp="1"/>
          </p:cNvSpPr>
          <p:nvPr>
            <p:ph type="subTitle" idx="1"/>
          </p:nvPr>
        </p:nvSpPr>
        <p:spPr>
          <a:xfrm>
            <a:off x="623392" y="2852936"/>
            <a:ext cx="10945216"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486046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lide 9: discussion">
    <p:spTree>
      <p:nvGrpSpPr>
        <p:cNvPr id="1" name=""/>
        <p:cNvGrpSpPr/>
        <p:nvPr/>
      </p:nvGrpSpPr>
      <p:grpSpPr>
        <a:xfrm>
          <a:off x="0" y="0"/>
          <a:ext cx="0" cy="0"/>
          <a:chOff x="0" y="0"/>
          <a:chExt cx="0" cy="0"/>
        </a:xfrm>
      </p:grpSpPr>
      <p:sp>
        <p:nvSpPr>
          <p:cNvPr id="2" name="Title 1"/>
          <p:cNvSpPr>
            <a:spLocks noGrp="1"/>
          </p:cNvSpPr>
          <p:nvPr>
            <p:ph type="ctrTitle"/>
          </p:nvPr>
        </p:nvSpPr>
        <p:spPr>
          <a:xfrm>
            <a:off x="623392" y="1556793"/>
            <a:ext cx="10945216" cy="1010543"/>
          </a:xfrm>
          <a:prstGeom prst="rect">
            <a:avLst/>
          </a:prstGeom>
        </p:spPr>
        <p:txBody>
          <a:bodyPr/>
          <a:lstStyle>
            <a:lvl1pPr algn="l">
              <a:lnSpc>
                <a:spcPts val="3500"/>
              </a:lnSpc>
              <a:defRPr sz="3600">
                <a:solidFill>
                  <a:srgbClr val="B5121B"/>
                </a:solidFill>
              </a:defRPr>
            </a:lvl1pPr>
          </a:lstStyle>
          <a:p>
            <a:r>
              <a:rPr lang="en-US"/>
              <a:t>Click to edit Master title style</a:t>
            </a:r>
            <a:endParaRPr lang="en-GB" dirty="0"/>
          </a:p>
        </p:txBody>
      </p:sp>
      <p:sp>
        <p:nvSpPr>
          <p:cNvPr id="3" name="Subtitle 2"/>
          <p:cNvSpPr>
            <a:spLocks noGrp="1"/>
          </p:cNvSpPr>
          <p:nvPr>
            <p:ph type="subTitle" idx="1"/>
          </p:nvPr>
        </p:nvSpPr>
        <p:spPr>
          <a:xfrm>
            <a:off x="623392" y="2852936"/>
            <a:ext cx="10945216"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1696037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2: text only">
    <p:spTree>
      <p:nvGrpSpPr>
        <p:cNvPr id="1" name=""/>
        <p:cNvGrpSpPr/>
        <p:nvPr/>
      </p:nvGrpSpPr>
      <p:grpSpPr>
        <a:xfrm>
          <a:off x="0" y="0"/>
          <a:ext cx="0" cy="0"/>
          <a:chOff x="0" y="0"/>
          <a:chExt cx="0" cy="0"/>
        </a:xfrm>
      </p:grpSpPr>
      <p:sp>
        <p:nvSpPr>
          <p:cNvPr id="2" name="Title 1"/>
          <p:cNvSpPr>
            <a:spLocks noGrp="1"/>
          </p:cNvSpPr>
          <p:nvPr>
            <p:ph type="ctrTitle"/>
          </p:nvPr>
        </p:nvSpPr>
        <p:spPr>
          <a:xfrm>
            <a:off x="527381" y="548680"/>
            <a:ext cx="9025003" cy="1152128"/>
          </a:xfrm>
          <a:prstGeom prst="rect">
            <a:avLst/>
          </a:prstGeom>
        </p:spPr>
        <p:txBody>
          <a:bodyPr/>
          <a:lstStyle>
            <a:lvl1pPr algn="l">
              <a:lnSpc>
                <a:spcPts val="3500"/>
              </a:lnSpc>
              <a:defRPr sz="3600">
                <a:solidFill>
                  <a:srgbClr val="B5121B"/>
                </a:solidFill>
              </a:defRPr>
            </a:lvl1pPr>
          </a:lstStyle>
          <a:p>
            <a:r>
              <a:rPr lang="en-US"/>
              <a:t>Click to edit Master title style</a:t>
            </a:r>
            <a:endParaRPr lang="en-GB" dirty="0"/>
          </a:p>
        </p:txBody>
      </p:sp>
      <p:sp>
        <p:nvSpPr>
          <p:cNvPr id="4" name="Text Placeholder 7"/>
          <p:cNvSpPr>
            <a:spLocks noGrp="1"/>
          </p:cNvSpPr>
          <p:nvPr>
            <p:ph type="body" sz="quarter" idx="14"/>
          </p:nvPr>
        </p:nvSpPr>
        <p:spPr>
          <a:xfrm>
            <a:off x="527051" y="1844676"/>
            <a:ext cx="11233579"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US"/>
              <a:t>Edit Master text styles</a:t>
            </a:r>
          </a:p>
        </p:txBody>
      </p:sp>
    </p:spTree>
    <p:extLst>
      <p:ext uri="{BB962C8B-B14F-4D97-AF65-F5344CB8AC3E}">
        <p14:creationId xmlns:p14="http://schemas.microsoft.com/office/powerpoint/2010/main" val="1809484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3: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527381" y="548680"/>
            <a:ext cx="9025003" cy="1152128"/>
          </a:xfrm>
          <a:prstGeom prst="rect">
            <a:avLst/>
          </a:prstGeom>
        </p:spPr>
        <p:txBody>
          <a:bodyPr/>
          <a:lstStyle>
            <a:lvl1pPr algn="l">
              <a:lnSpc>
                <a:spcPts val="3500"/>
              </a:lnSpc>
              <a:defRPr sz="3600">
                <a:solidFill>
                  <a:srgbClr val="B5121B"/>
                </a:solidFill>
              </a:defRPr>
            </a:lvl1pPr>
          </a:lstStyle>
          <a:p>
            <a:r>
              <a:rPr lang="en-US"/>
              <a:t>Click to edit Master title style</a:t>
            </a:r>
            <a:endParaRPr lang="en-GB" dirty="0"/>
          </a:p>
        </p:txBody>
      </p:sp>
      <p:sp>
        <p:nvSpPr>
          <p:cNvPr id="5" name="Text Placeholder 7"/>
          <p:cNvSpPr>
            <a:spLocks noGrp="1"/>
          </p:cNvSpPr>
          <p:nvPr>
            <p:ph type="body" sz="quarter" idx="14"/>
          </p:nvPr>
        </p:nvSpPr>
        <p:spPr>
          <a:xfrm>
            <a:off x="527051" y="1844676"/>
            <a:ext cx="11233579"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1322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4: smaller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527381" y="548680"/>
            <a:ext cx="9025003" cy="1152128"/>
          </a:xfrm>
          <a:prstGeom prst="rect">
            <a:avLst/>
          </a:prstGeom>
        </p:spPr>
        <p:txBody>
          <a:bodyPr/>
          <a:lstStyle>
            <a:lvl1pPr algn="l">
              <a:lnSpc>
                <a:spcPts val="3500"/>
              </a:lnSpc>
              <a:defRPr sz="3600">
                <a:solidFill>
                  <a:srgbClr val="B5121B"/>
                </a:solidFill>
              </a:defRPr>
            </a:lvl1pPr>
          </a:lstStyle>
          <a:p>
            <a:r>
              <a:rPr lang="en-US"/>
              <a:t>Click to edit Master title style</a:t>
            </a:r>
            <a:endParaRPr lang="en-GB" dirty="0"/>
          </a:p>
        </p:txBody>
      </p:sp>
      <p:sp>
        <p:nvSpPr>
          <p:cNvPr id="5" name="Text Placeholder 7"/>
          <p:cNvSpPr>
            <a:spLocks noGrp="1"/>
          </p:cNvSpPr>
          <p:nvPr>
            <p:ph type="body" sz="quarter" idx="14"/>
          </p:nvPr>
        </p:nvSpPr>
        <p:spPr>
          <a:xfrm>
            <a:off x="527051" y="1844676"/>
            <a:ext cx="11233579"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37292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5: text with bullet points &amp; 1 image">
    <p:spTree>
      <p:nvGrpSpPr>
        <p:cNvPr id="1" name=""/>
        <p:cNvGrpSpPr/>
        <p:nvPr/>
      </p:nvGrpSpPr>
      <p:grpSpPr>
        <a:xfrm>
          <a:off x="0" y="0"/>
          <a:ext cx="0" cy="0"/>
          <a:chOff x="0" y="0"/>
          <a:chExt cx="0" cy="0"/>
        </a:xfrm>
      </p:grpSpPr>
      <p:sp>
        <p:nvSpPr>
          <p:cNvPr id="4" name="Title 1"/>
          <p:cNvSpPr>
            <a:spLocks noGrp="1"/>
          </p:cNvSpPr>
          <p:nvPr>
            <p:ph type="ctrTitle"/>
          </p:nvPr>
        </p:nvSpPr>
        <p:spPr>
          <a:xfrm>
            <a:off x="527381" y="548680"/>
            <a:ext cx="9025003" cy="1152128"/>
          </a:xfrm>
          <a:prstGeom prst="rect">
            <a:avLst/>
          </a:prstGeom>
        </p:spPr>
        <p:txBody>
          <a:bodyPr/>
          <a:lstStyle>
            <a:lvl1pPr algn="l">
              <a:lnSpc>
                <a:spcPts val="3500"/>
              </a:lnSpc>
              <a:defRPr sz="3600">
                <a:solidFill>
                  <a:srgbClr val="B5121B"/>
                </a:solidFill>
              </a:defRPr>
            </a:lvl1pPr>
          </a:lstStyle>
          <a:p>
            <a:r>
              <a:rPr lang="en-US"/>
              <a:t>Click to edit Master title style</a:t>
            </a:r>
            <a:endParaRPr lang="en-GB" dirty="0"/>
          </a:p>
        </p:txBody>
      </p:sp>
      <p:sp>
        <p:nvSpPr>
          <p:cNvPr id="5" name="Text Placeholder 7"/>
          <p:cNvSpPr>
            <a:spLocks noGrp="1"/>
          </p:cNvSpPr>
          <p:nvPr>
            <p:ph type="body" sz="quarter" idx="14"/>
          </p:nvPr>
        </p:nvSpPr>
        <p:spPr>
          <a:xfrm>
            <a:off x="527053" y="1844676"/>
            <a:ext cx="7201129"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US"/>
              <a:t>Edit Master text styles</a:t>
            </a:r>
          </a:p>
        </p:txBody>
      </p:sp>
      <p:sp>
        <p:nvSpPr>
          <p:cNvPr id="2" name="TextBox 1"/>
          <p:cNvSpPr txBox="1"/>
          <p:nvPr userDrawn="1"/>
        </p:nvSpPr>
        <p:spPr>
          <a:xfrm>
            <a:off x="4312030" y="3660229"/>
            <a:ext cx="184731" cy="369332"/>
          </a:xfrm>
          <a:prstGeom prst="rect">
            <a:avLst/>
          </a:prstGeom>
          <a:noFill/>
        </p:spPr>
        <p:txBody>
          <a:bodyPr wrap="none" rtlCol="0">
            <a:spAutoFit/>
          </a:bodyPr>
          <a:lstStyle/>
          <a:p>
            <a:endParaRPr lang="en-US" sz="1800" dirty="0"/>
          </a:p>
        </p:txBody>
      </p:sp>
    </p:spTree>
    <p:extLst>
      <p:ext uri="{BB962C8B-B14F-4D97-AF65-F5344CB8AC3E}">
        <p14:creationId xmlns:p14="http://schemas.microsoft.com/office/powerpoint/2010/main" val="3750976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6: text with bullet points &amp; 2 images">
    <p:spTree>
      <p:nvGrpSpPr>
        <p:cNvPr id="1" name=""/>
        <p:cNvGrpSpPr/>
        <p:nvPr/>
      </p:nvGrpSpPr>
      <p:grpSpPr>
        <a:xfrm>
          <a:off x="0" y="0"/>
          <a:ext cx="0" cy="0"/>
          <a:chOff x="0" y="0"/>
          <a:chExt cx="0" cy="0"/>
        </a:xfrm>
      </p:grpSpPr>
      <p:sp>
        <p:nvSpPr>
          <p:cNvPr id="4" name="Title 1"/>
          <p:cNvSpPr>
            <a:spLocks noGrp="1"/>
          </p:cNvSpPr>
          <p:nvPr>
            <p:ph type="ctrTitle"/>
          </p:nvPr>
        </p:nvSpPr>
        <p:spPr>
          <a:xfrm>
            <a:off x="527381" y="548680"/>
            <a:ext cx="9025003" cy="1152128"/>
          </a:xfrm>
          <a:prstGeom prst="rect">
            <a:avLst/>
          </a:prstGeom>
        </p:spPr>
        <p:txBody>
          <a:bodyPr/>
          <a:lstStyle>
            <a:lvl1pPr algn="l">
              <a:lnSpc>
                <a:spcPts val="3500"/>
              </a:lnSpc>
              <a:defRPr sz="3600">
                <a:solidFill>
                  <a:srgbClr val="B5121B"/>
                </a:solidFill>
              </a:defRPr>
            </a:lvl1pPr>
          </a:lstStyle>
          <a:p>
            <a:r>
              <a:rPr lang="en-US"/>
              <a:t>Click to edit Master title style</a:t>
            </a:r>
            <a:endParaRPr lang="en-GB" dirty="0"/>
          </a:p>
        </p:txBody>
      </p:sp>
      <p:sp>
        <p:nvSpPr>
          <p:cNvPr id="8" name="Text Placeholder 7"/>
          <p:cNvSpPr>
            <a:spLocks noGrp="1"/>
          </p:cNvSpPr>
          <p:nvPr>
            <p:ph type="body" sz="quarter" idx="14"/>
          </p:nvPr>
        </p:nvSpPr>
        <p:spPr>
          <a:xfrm>
            <a:off x="527053" y="1844676"/>
            <a:ext cx="7201129"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17592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7: image only">
    <p:spTree>
      <p:nvGrpSpPr>
        <p:cNvPr id="1" name=""/>
        <p:cNvGrpSpPr/>
        <p:nvPr/>
      </p:nvGrpSpPr>
      <p:grpSpPr>
        <a:xfrm>
          <a:off x="0" y="0"/>
          <a:ext cx="0" cy="0"/>
          <a:chOff x="0" y="0"/>
          <a:chExt cx="0" cy="0"/>
        </a:xfrm>
      </p:grpSpPr>
      <p:sp>
        <p:nvSpPr>
          <p:cNvPr id="3" name="Title 1"/>
          <p:cNvSpPr>
            <a:spLocks noGrp="1"/>
          </p:cNvSpPr>
          <p:nvPr>
            <p:ph type="ctrTitle"/>
          </p:nvPr>
        </p:nvSpPr>
        <p:spPr>
          <a:xfrm>
            <a:off x="527381" y="548680"/>
            <a:ext cx="9025003" cy="1152128"/>
          </a:xfrm>
          <a:prstGeom prst="rect">
            <a:avLst/>
          </a:prstGeom>
        </p:spPr>
        <p:txBody>
          <a:bodyPr/>
          <a:lstStyle>
            <a:lvl1pPr algn="l">
              <a:lnSpc>
                <a:spcPts val="3500"/>
              </a:lnSpc>
              <a:defRPr sz="3600">
                <a:solidFill>
                  <a:srgbClr val="B5121B"/>
                </a:solidFill>
              </a:defRPr>
            </a:lvl1pPr>
          </a:lstStyle>
          <a:p>
            <a:r>
              <a:rPr lang="en-US"/>
              <a:t>Click to edit Master title style</a:t>
            </a:r>
            <a:endParaRPr lang="en-GB" dirty="0"/>
          </a:p>
        </p:txBody>
      </p:sp>
    </p:spTree>
    <p:extLst>
      <p:ext uri="{BB962C8B-B14F-4D97-AF65-F5344CB8AC3E}">
        <p14:creationId xmlns:p14="http://schemas.microsoft.com/office/powerpoint/2010/main" val="92809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8: blank slide">
    <p:spTree>
      <p:nvGrpSpPr>
        <p:cNvPr id="1" name=""/>
        <p:cNvGrpSpPr/>
        <p:nvPr/>
      </p:nvGrpSpPr>
      <p:grpSpPr>
        <a:xfrm>
          <a:off x="0" y="0"/>
          <a:ext cx="0" cy="0"/>
          <a:chOff x="0" y="0"/>
          <a:chExt cx="0" cy="0"/>
        </a:xfrm>
      </p:grpSpPr>
      <p:sp>
        <p:nvSpPr>
          <p:cNvPr id="3" name="Title 1"/>
          <p:cNvSpPr>
            <a:spLocks noGrp="1"/>
          </p:cNvSpPr>
          <p:nvPr>
            <p:ph type="ctrTitle"/>
          </p:nvPr>
        </p:nvSpPr>
        <p:spPr>
          <a:xfrm>
            <a:off x="527381" y="548680"/>
            <a:ext cx="9025003" cy="1152128"/>
          </a:xfrm>
          <a:prstGeom prst="rect">
            <a:avLst/>
          </a:prstGeom>
        </p:spPr>
        <p:txBody>
          <a:bodyPr/>
          <a:lstStyle>
            <a:lvl1pPr algn="l">
              <a:lnSpc>
                <a:spcPts val="3500"/>
              </a:lnSpc>
              <a:defRPr sz="3600">
                <a:solidFill>
                  <a:srgbClr val="B5121B"/>
                </a:solidFill>
              </a:defRPr>
            </a:lvl1pPr>
          </a:lstStyle>
          <a:p>
            <a:r>
              <a:rPr lang="en-US"/>
              <a:t>Click to edit Master title style</a:t>
            </a:r>
            <a:endParaRPr lang="en-GB" dirty="0"/>
          </a:p>
        </p:txBody>
      </p:sp>
    </p:spTree>
    <p:extLst>
      <p:ext uri="{BB962C8B-B14F-4D97-AF65-F5344CB8AC3E}">
        <p14:creationId xmlns:p14="http://schemas.microsoft.com/office/powerpoint/2010/main" val="5846632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732" y="1102"/>
            <a:ext cx="12188537" cy="6862147"/>
          </a:xfrm>
          <a:prstGeom prst="rect">
            <a:avLst/>
          </a:prstGeom>
          <a:noFill/>
          <a:ln w="9525">
            <a:noFill/>
            <a:miter lim="800000"/>
            <a:headEnd/>
            <a:tailEnd/>
          </a:ln>
        </p:spPr>
      </p:pic>
    </p:spTree>
    <p:extLst>
      <p:ext uri="{BB962C8B-B14F-4D97-AF65-F5344CB8AC3E}">
        <p14:creationId xmlns:p14="http://schemas.microsoft.com/office/powerpoint/2010/main" val="69246470"/>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8"/>
          <p:cNvPicPr>
            <a:picLocks noChangeAspect="1" noChangeArrowheads="1"/>
          </p:cNvPicPr>
          <p:nvPr/>
        </p:nvPicPr>
        <p:blipFill>
          <a:blip r:embed="rId9">
            <a:extLst>
              <a:ext uri="{28A0092B-C50C-407E-A947-70E740481C1C}">
                <a14:useLocalDpi xmlns:a14="http://schemas.microsoft.com/office/drawing/2010/main" val="0"/>
              </a:ext>
            </a:extLst>
          </a:blip>
          <a:stretch>
            <a:fillRect/>
          </a:stretch>
        </p:blipFill>
        <p:spPr bwMode="auto">
          <a:xfrm>
            <a:off x="7364" y="5523"/>
            <a:ext cx="12177273" cy="6858861"/>
          </a:xfrm>
          <a:prstGeom prst="rect">
            <a:avLst/>
          </a:prstGeom>
          <a:noFill/>
          <a:ln w="9525">
            <a:noFill/>
            <a:miter lim="800000"/>
            <a:headEnd/>
            <a:tailEnd/>
          </a:ln>
        </p:spPr>
      </p:pic>
    </p:spTree>
    <p:extLst>
      <p:ext uri="{BB962C8B-B14F-4D97-AF65-F5344CB8AC3E}">
        <p14:creationId xmlns:p14="http://schemas.microsoft.com/office/powerpoint/2010/main" val="743065401"/>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Topic 1:  Agency </a:t>
            </a:r>
          </a:p>
        </p:txBody>
      </p:sp>
      <p:sp>
        <p:nvSpPr>
          <p:cNvPr id="3" name="Subtitle 2"/>
          <p:cNvSpPr>
            <a:spLocks noGrp="1"/>
          </p:cNvSpPr>
          <p:nvPr>
            <p:ph type="subTitle" idx="1"/>
          </p:nvPr>
        </p:nvSpPr>
        <p:spPr/>
        <p:txBody>
          <a:bodyPr/>
          <a:lstStyle/>
          <a:p>
            <a:r>
              <a:rPr lang="en-GB" sz="2400" dirty="0"/>
              <a:t>Lecture 3 – Termination of Agency and Commercial Agents</a:t>
            </a:r>
          </a:p>
        </p:txBody>
      </p:sp>
    </p:spTree>
    <p:extLst>
      <p:ext uri="{BB962C8B-B14F-4D97-AF65-F5344CB8AC3E}">
        <p14:creationId xmlns:p14="http://schemas.microsoft.com/office/powerpoint/2010/main" val="3023699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Termination</a:t>
            </a:r>
          </a:p>
        </p:txBody>
      </p:sp>
      <p:sp>
        <p:nvSpPr>
          <p:cNvPr id="3" name="Text Placeholder 2"/>
          <p:cNvSpPr>
            <a:spLocks noGrp="1"/>
          </p:cNvSpPr>
          <p:nvPr>
            <p:ph type="body" sz="quarter" idx="14"/>
          </p:nvPr>
        </p:nvSpPr>
        <p:spPr/>
        <p:txBody>
          <a:bodyPr/>
          <a:lstStyle/>
          <a:p>
            <a:pPr marL="0" indent="0">
              <a:buNone/>
            </a:pPr>
            <a:r>
              <a:rPr lang="en-GB" dirty="0"/>
              <a:t>Consensual agencies can be terminated in various ways:</a:t>
            </a:r>
          </a:p>
          <a:p>
            <a:r>
              <a:rPr lang="en-GB" dirty="0"/>
              <a:t>Performance – where the agency is for a particular purpose and this has been performed the agent is </a:t>
            </a:r>
            <a:r>
              <a:rPr lang="en-GB" i="1" dirty="0"/>
              <a:t>functus officio</a:t>
            </a:r>
            <a:r>
              <a:rPr lang="en-GB" dirty="0"/>
              <a:t> and the agency automatically ends:  </a:t>
            </a:r>
            <a:r>
              <a:rPr lang="en-GB" i="1" dirty="0"/>
              <a:t>Blackburn v. Scholes </a:t>
            </a:r>
            <a:r>
              <a:rPr lang="en-GB" dirty="0"/>
              <a:t>(1810) – but watch out for the problem of ostensible authority!</a:t>
            </a:r>
          </a:p>
          <a:p>
            <a:r>
              <a:rPr lang="en-GB" dirty="0"/>
              <a:t>Fixed term expires – either an agreed period or a period arrived at by necessary implication or by a trade usage or local custom: e.g., </a:t>
            </a:r>
            <a:r>
              <a:rPr lang="en-GB" i="1" dirty="0"/>
              <a:t>Dickinson v. </a:t>
            </a:r>
            <a:r>
              <a:rPr lang="en-GB" i="1" dirty="0" err="1"/>
              <a:t>Lilwal</a:t>
            </a:r>
            <a:r>
              <a:rPr lang="en-GB" i="1" dirty="0"/>
              <a:t> </a:t>
            </a:r>
            <a:r>
              <a:rPr lang="en-GB" dirty="0"/>
              <a:t>(1815)</a:t>
            </a:r>
          </a:p>
          <a:p>
            <a:r>
              <a:rPr lang="en-GB" dirty="0"/>
              <a:t>Notice – either way – and is effective even if given in breach of contract, the innocent party can claim damages but not an injunction, except in relation to negative stipulations, e.g., in </a:t>
            </a:r>
            <a:r>
              <a:rPr lang="en-GB" i="1" dirty="0" err="1"/>
              <a:t>Decro</a:t>
            </a:r>
            <a:r>
              <a:rPr lang="en-GB" i="1" dirty="0"/>
              <a:t>-Wall International v. Practitioners in Marketing </a:t>
            </a:r>
            <a:r>
              <a:rPr lang="en-GB" dirty="0"/>
              <a:t>(1971).</a:t>
            </a:r>
          </a:p>
          <a:p>
            <a:r>
              <a:rPr lang="en-GB" dirty="0"/>
              <a:t>Inconsistent conduct, e.g., the principal sells the goods the agent was meant to sell: </a:t>
            </a:r>
            <a:r>
              <a:rPr lang="en-GB" i="1" dirty="0"/>
              <a:t>E.P. Nelson v. Rolfe </a:t>
            </a:r>
            <a:r>
              <a:rPr lang="en-GB" dirty="0"/>
              <a:t>(1950)</a:t>
            </a:r>
          </a:p>
          <a:p>
            <a:pPr marL="0" indent="0">
              <a:buNone/>
            </a:pPr>
            <a:endParaRPr lang="en-GB" dirty="0"/>
          </a:p>
        </p:txBody>
      </p:sp>
    </p:spTree>
    <p:extLst>
      <p:ext uri="{BB962C8B-B14F-4D97-AF65-F5344CB8AC3E}">
        <p14:creationId xmlns:p14="http://schemas.microsoft.com/office/powerpoint/2010/main" val="1961133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CDC0D-9627-DB5B-85AB-DDB2C540777F}"/>
              </a:ext>
            </a:extLst>
          </p:cNvPr>
          <p:cNvSpPr>
            <a:spLocks noGrp="1"/>
          </p:cNvSpPr>
          <p:nvPr>
            <p:ph type="ctrTitle"/>
          </p:nvPr>
        </p:nvSpPr>
        <p:spPr/>
        <p:txBody>
          <a:bodyPr/>
          <a:lstStyle/>
          <a:p>
            <a:r>
              <a:rPr lang="en-GB" dirty="0"/>
              <a:t>Termination </a:t>
            </a:r>
            <a:r>
              <a:rPr lang="en-GB" dirty="0" err="1"/>
              <a:t>cont</a:t>
            </a:r>
            <a:r>
              <a:rPr lang="en-GB" dirty="0"/>
              <a:t>…</a:t>
            </a:r>
          </a:p>
        </p:txBody>
      </p:sp>
      <p:sp>
        <p:nvSpPr>
          <p:cNvPr id="3" name="Text Placeholder 2">
            <a:extLst>
              <a:ext uri="{FF2B5EF4-FFF2-40B4-BE49-F238E27FC236}">
                <a16:creationId xmlns:a16="http://schemas.microsoft.com/office/drawing/2014/main" id="{064F8B03-B657-0E95-24A2-F86D7C8C477E}"/>
              </a:ext>
            </a:extLst>
          </p:cNvPr>
          <p:cNvSpPr>
            <a:spLocks noGrp="1"/>
          </p:cNvSpPr>
          <p:nvPr>
            <p:ph type="body" sz="quarter" idx="14"/>
          </p:nvPr>
        </p:nvSpPr>
        <p:spPr>
          <a:xfrm>
            <a:off x="527051" y="1844676"/>
            <a:ext cx="11233579" cy="4926614"/>
          </a:xfrm>
        </p:spPr>
        <p:txBody>
          <a:bodyPr/>
          <a:lstStyle/>
          <a:p>
            <a:pPr>
              <a:defRPr/>
            </a:pPr>
            <a:r>
              <a:rPr kumimoji="0" lang="en-GB" sz="2400" b="0" i="0" u="none" strike="noStrike" kern="1200" cap="none" spc="0" normalizeH="0" baseline="0" noProof="0" dirty="0">
                <a:ln>
                  <a:noFill/>
                </a:ln>
                <a:solidFill>
                  <a:srgbClr val="666666"/>
                </a:solidFill>
                <a:effectLst/>
                <a:uLnTx/>
                <a:uFillTx/>
                <a:latin typeface="Calibri"/>
                <a:ea typeface="+mn-ea"/>
                <a:cs typeface="+mn-cs"/>
              </a:rPr>
              <a:t>Insanity of either party automatically terminates the agency: even where the agent doesn’t know about the principal’s insanity: </a:t>
            </a:r>
            <a:r>
              <a:rPr kumimoji="0" lang="en-GB" sz="2400" b="0" i="1" u="none" strike="noStrike" kern="1200" cap="none" spc="0" normalizeH="0" baseline="0" noProof="0" dirty="0">
                <a:ln>
                  <a:noFill/>
                </a:ln>
                <a:solidFill>
                  <a:srgbClr val="666666"/>
                </a:solidFill>
                <a:effectLst/>
                <a:uLnTx/>
                <a:uFillTx/>
                <a:latin typeface="Calibri"/>
                <a:ea typeface="+mn-ea"/>
                <a:cs typeface="+mn-cs"/>
              </a:rPr>
              <a:t>Yonge v. Toynbee </a:t>
            </a:r>
            <a:r>
              <a:rPr kumimoji="0" lang="en-GB" sz="2400" b="0" u="none" strike="noStrike" kern="1200" cap="none" spc="0" normalizeH="0" baseline="0" noProof="0" dirty="0">
                <a:ln>
                  <a:noFill/>
                </a:ln>
                <a:solidFill>
                  <a:srgbClr val="666666"/>
                </a:solidFill>
                <a:effectLst/>
                <a:uLnTx/>
                <a:uFillTx/>
                <a:latin typeface="Calibri"/>
                <a:ea typeface="+mn-ea"/>
                <a:cs typeface="+mn-cs"/>
              </a:rPr>
              <a:t>(1910)</a:t>
            </a:r>
          </a:p>
          <a:p>
            <a:pPr>
              <a:defRPr/>
            </a:pPr>
            <a:r>
              <a:rPr lang="en-GB" i="0" dirty="0">
                <a:latin typeface="Calibri"/>
              </a:rPr>
              <a:t>Death of either party – though an irrevocable power of attorney may still have effect and bind the estate</a:t>
            </a:r>
          </a:p>
          <a:p>
            <a:pPr>
              <a:defRPr/>
            </a:pPr>
            <a:r>
              <a:rPr kumimoji="0" lang="en-GB" sz="2400" b="0" u="none" strike="noStrike" kern="1200" cap="none" spc="0" normalizeH="0" baseline="0" noProof="0" dirty="0">
                <a:ln>
                  <a:noFill/>
                </a:ln>
                <a:solidFill>
                  <a:srgbClr val="666666"/>
                </a:solidFill>
                <a:effectLst/>
                <a:uLnTx/>
                <a:uFillTx/>
                <a:latin typeface="Calibri"/>
                <a:ea typeface="+mn-ea"/>
                <a:cs typeface="+mn-cs"/>
              </a:rPr>
              <a:t>Dissolution of a company or partnership – essentially business death</a:t>
            </a:r>
          </a:p>
          <a:p>
            <a:pPr>
              <a:defRPr/>
            </a:pPr>
            <a:r>
              <a:rPr lang="en-GB" i="0" dirty="0">
                <a:latin typeface="Calibri"/>
              </a:rPr>
              <a:t>Cessation or transfer of business – but </a:t>
            </a:r>
            <a:r>
              <a:rPr lang="en-GB" dirty="0">
                <a:latin typeface="Calibri"/>
              </a:rPr>
              <a:t>where there is a fixed term the agent may be entitled to compensation for lost future commission: </a:t>
            </a:r>
            <a:r>
              <a:rPr lang="en-GB" i="1" dirty="0">
                <a:latin typeface="Calibri"/>
              </a:rPr>
              <a:t>Turner v. Goldsmith </a:t>
            </a:r>
            <a:r>
              <a:rPr lang="en-GB" dirty="0">
                <a:latin typeface="Calibri"/>
              </a:rPr>
              <a:t>(1891)</a:t>
            </a:r>
          </a:p>
          <a:p>
            <a:pPr>
              <a:defRPr/>
            </a:pPr>
            <a:r>
              <a:rPr kumimoji="0" lang="en-GB" sz="2400" b="0" i="0" u="none" strike="noStrike" kern="1200" cap="none" spc="0" normalizeH="0" baseline="0" noProof="0" dirty="0">
                <a:ln>
                  <a:noFill/>
                </a:ln>
                <a:solidFill>
                  <a:srgbClr val="666666"/>
                </a:solidFill>
                <a:effectLst/>
                <a:uLnTx/>
                <a:uFillTx/>
                <a:latin typeface="Calibri"/>
                <a:ea typeface="+mn-ea"/>
                <a:cs typeface="+mn-cs"/>
              </a:rPr>
              <a:t>Bankruptcy of the principal – but if there are mutual accounts between agent and principal they are not affected until the agent knows of the bankruptcy</a:t>
            </a:r>
          </a:p>
          <a:p>
            <a:pPr>
              <a:defRPr/>
            </a:pPr>
            <a:r>
              <a:rPr lang="en-GB" dirty="0">
                <a:latin typeface="Calibri"/>
              </a:rPr>
              <a:t>Bankruptcy of the agent – only if it affects the agent’s ability to perform his duties or if there is an express term that the agency is to terminate in the event of the agent’s bankruptcy</a:t>
            </a:r>
            <a:endParaRPr kumimoji="0" lang="en-GB" sz="2400" b="0" i="0" u="none" strike="noStrike" kern="1200" cap="none" spc="0" normalizeH="0" baseline="0" noProof="0" dirty="0">
              <a:ln>
                <a:noFill/>
              </a:ln>
              <a:solidFill>
                <a:srgbClr val="666666"/>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rgbClr val="666666"/>
              </a:solidFill>
              <a:effectLst/>
              <a:uLnTx/>
              <a:uFillTx/>
              <a:latin typeface="Calibri"/>
              <a:ea typeface="+mn-ea"/>
              <a:cs typeface="+mn-cs"/>
            </a:endParaRPr>
          </a:p>
          <a:p>
            <a:pPr marL="0" indent="0">
              <a:buNone/>
            </a:pPr>
            <a:endParaRPr lang="en-GB" sz="3600" dirty="0"/>
          </a:p>
        </p:txBody>
      </p:sp>
    </p:spTree>
    <p:extLst>
      <p:ext uri="{BB962C8B-B14F-4D97-AF65-F5344CB8AC3E}">
        <p14:creationId xmlns:p14="http://schemas.microsoft.com/office/powerpoint/2010/main" val="2988271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BFBD9-3B8C-1F01-0CC7-BDC4469D486C}"/>
              </a:ext>
            </a:extLst>
          </p:cNvPr>
          <p:cNvSpPr>
            <a:spLocks noGrp="1"/>
          </p:cNvSpPr>
          <p:nvPr>
            <p:ph type="ctrTitle"/>
          </p:nvPr>
        </p:nvSpPr>
        <p:spPr/>
        <p:txBody>
          <a:bodyPr/>
          <a:lstStyle/>
          <a:p>
            <a:r>
              <a:rPr lang="en-GB" dirty="0"/>
              <a:t>Termination (non-consensual agencies)</a:t>
            </a:r>
          </a:p>
        </p:txBody>
      </p:sp>
      <p:sp>
        <p:nvSpPr>
          <p:cNvPr id="3" name="Text Placeholder 2">
            <a:extLst>
              <a:ext uri="{FF2B5EF4-FFF2-40B4-BE49-F238E27FC236}">
                <a16:creationId xmlns:a16="http://schemas.microsoft.com/office/drawing/2014/main" id="{C220711C-E4E2-F1FE-DE90-0B4EAA9B9D3F}"/>
              </a:ext>
            </a:extLst>
          </p:cNvPr>
          <p:cNvSpPr>
            <a:spLocks noGrp="1"/>
          </p:cNvSpPr>
          <p:nvPr>
            <p:ph type="body" sz="quarter" idx="14"/>
          </p:nvPr>
        </p:nvSpPr>
        <p:spPr/>
        <p:txBody>
          <a:bodyPr/>
          <a:lstStyle/>
          <a:p>
            <a:pPr marL="457200" lvl="1" indent="0">
              <a:buNone/>
            </a:pPr>
            <a:r>
              <a:rPr lang="en-GB" dirty="0"/>
              <a:t>Non-consensual agencies, i.e., usual or ostensible authority and agencies of necessity are special cases:</a:t>
            </a:r>
          </a:p>
          <a:p>
            <a:pPr marL="457200" lvl="1" indent="0">
              <a:buNone/>
            </a:pPr>
            <a:endParaRPr lang="en-GB" dirty="0"/>
          </a:p>
          <a:p>
            <a:pPr lvl="1">
              <a:buFont typeface="Arial" panose="020B0604020202020204" pitchFamily="34" charset="0"/>
              <a:buChar char="•"/>
            </a:pPr>
            <a:r>
              <a:rPr lang="en-GB" dirty="0"/>
              <a:t>The termination needs to be notified to third parties with whom the agent is dealing</a:t>
            </a:r>
          </a:p>
          <a:p>
            <a:pPr lvl="1">
              <a:buFont typeface="Arial" panose="020B0604020202020204" pitchFamily="34" charset="0"/>
              <a:buChar char="•"/>
            </a:pPr>
            <a:endParaRPr lang="en-GB" dirty="0"/>
          </a:p>
          <a:p>
            <a:pPr lvl="1">
              <a:buFont typeface="Arial" panose="020B0604020202020204" pitchFamily="34" charset="0"/>
              <a:buChar char="•"/>
            </a:pPr>
            <a:r>
              <a:rPr lang="en-GB" dirty="0"/>
              <a:t>Principal’s insanity terminates an agent’s actual authority, but would not terminate apparent authority unless and until the third party has notice of it:  </a:t>
            </a:r>
            <a:r>
              <a:rPr lang="en-GB" i="1" dirty="0"/>
              <a:t>Drew v. Nunn </a:t>
            </a:r>
            <a:r>
              <a:rPr lang="en-GB" dirty="0"/>
              <a:t>(1879)</a:t>
            </a:r>
          </a:p>
          <a:p>
            <a:pPr lvl="1">
              <a:buFont typeface="Arial" panose="020B0604020202020204" pitchFamily="34" charset="0"/>
              <a:buChar char="•"/>
            </a:pPr>
            <a:endParaRPr lang="en-GB" dirty="0"/>
          </a:p>
          <a:p>
            <a:pPr lvl="1">
              <a:buFont typeface="Arial" panose="020B0604020202020204" pitchFamily="34" charset="0"/>
              <a:buChar char="•"/>
            </a:pPr>
            <a:r>
              <a:rPr lang="en-GB" dirty="0"/>
              <a:t>Agencies of necessity can be prevented by prior notice to the agent – but sometimes even that won’t work, e.g., </a:t>
            </a:r>
            <a:r>
              <a:rPr lang="en-GB" i="1" dirty="0"/>
              <a:t>Great Northern Rly v. Swaffield </a:t>
            </a:r>
            <a:r>
              <a:rPr lang="en-GB" dirty="0"/>
              <a:t>(1874)</a:t>
            </a:r>
          </a:p>
        </p:txBody>
      </p:sp>
    </p:spTree>
    <p:extLst>
      <p:ext uri="{BB962C8B-B14F-4D97-AF65-F5344CB8AC3E}">
        <p14:creationId xmlns:p14="http://schemas.microsoft.com/office/powerpoint/2010/main" val="833957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A9742-E364-E37E-3370-29915E6C4B55}"/>
              </a:ext>
            </a:extLst>
          </p:cNvPr>
          <p:cNvSpPr>
            <a:spLocks noGrp="1"/>
          </p:cNvSpPr>
          <p:nvPr>
            <p:ph type="ctrTitle"/>
          </p:nvPr>
        </p:nvSpPr>
        <p:spPr/>
        <p:txBody>
          <a:bodyPr/>
          <a:lstStyle/>
          <a:p>
            <a:r>
              <a:rPr lang="en-GB" dirty="0"/>
              <a:t>Non-terminable agencies</a:t>
            </a:r>
            <a:br>
              <a:rPr lang="en-GB" dirty="0"/>
            </a:br>
            <a:endParaRPr lang="en-GB" sz="2800" i="1" dirty="0">
              <a:solidFill>
                <a:schemeClr val="tx1"/>
              </a:solidFill>
            </a:endParaRPr>
          </a:p>
        </p:txBody>
      </p:sp>
      <p:sp>
        <p:nvSpPr>
          <p:cNvPr id="5" name="Text Placeholder 4">
            <a:extLst>
              <a:ext uri="{FF2B5EF4-FFF2-40B4-BE49-F238E27FC236}">
                <a16:creationId xmlns:a16="http://schemas.microsoft.com/office/drawing/2014/main" id="{A691F393-BB3B-8AFE-4EDB-FD8CF9AC9D9C}"/>
              </a:ext>
            </a:extLst>
          </p:cNvPr>
          <p:cNvSpPr>
            <a:spLocks noGrp="1"/>
          </p:cNvSpPr>
          <p:nvPr>
            <p:ph type="body" sz="quarter" idx="14"/>
          </p:nvPr>
        </p:nvSpPr>
        <p:spPr/>
        <p:txBody>
          <a:bodyPr/>
          <a:lstStyle/>
          <a:p>
            <a:pPr marL="0" indent="0">
              <a:buNone/>
            </a:pPr>
            <a:r>
              <a:rPr lang="en-GB" dirty="0"/>
              <a:t>Three sorts:</a:t>
            </a:r>
          </a:p>
          <a:p>
            <a:r>
              <a:rPr lang="en-GB" dirty="0"/>
              <a:t>Agency coupled with an interest – if authority given by deed or for valuable consideration and </a:t>
            </a:r>
            <a:r>
              <a:rPr lang="en-GB" i="1" dirty="0"/>
              <a:t>purpose of creation </a:t>
            </a:r>
            <a:r>
              <a:rPr lang="en-GB" dirty="0"/>
              <a:t>is to protect an independent interest of the agent not connected with the agency itself (so does not protect an agent’s interest in receiving commission, nor does it protect a subsequently acquired interest)</a:t>
            </a:r>
          </a:p>
          <a:p>
            <a:r>
              <a:rPr lang="en-GB" dirty="0"/>
              <a:t>Where the agent has become personally liable or stands to suffer a loss other than loss of the commission:  </a:t>
            </a:r>
            <a:r>
              <a:rPr lang="en-GB" i="1" dirty="0"/>
              <a:t>Seymour v. Bridge </a:t>
            </a:r>
            <a:r>
              <a:rPr lang="en-GB" dirty="0"/>
              <a:t>(1885)</a:t>
            </a:r>
          </a:p>
          <a:p>
            <a:r>
              <a:rPr lang="en-GB" dirty="0"/>
              <a:t>Irrevocable or enduring power of attorney – but not really an issue in commercial cases, so don’t worry about the details.</a:t>
            </a:r>
          </a:p>
          <a:p>
            <a:endParaRPr lang="en-GB" dirty="0"/>
          </a:p>
        </p:txBody>
      </p:sp>
    </p:spTree>
    <p:extLst>
      <p:ext uri="{BB962C8B-B14F-4D97-AF65-F5344CB8AC3E}">
        <p14:creationId xmlns:p14="http://schemas.microsoft.com/office/powerpoint/2010/main" val="2060388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E5171-F1AC-85AB-9892-A7DC160A10FA}"/>
              </a:ext>
            </a:extLst>
          </p:cNvPr>
          <p:cNvSpPr>
            <a:spLocks noGrp="1"/>
          </p:cNvSpPr>
          <p:nvPr>
            <p:ph type="ctrTitle"/>
          </p:nvPr>
        </p:nvSpPr>
        <p:spPr/>
        <p:txBody>
          <a:bodyPr/>
          <a:lstStyle/>
          <a:p>
            <a:r>
              <a:rPr lang="en-GB" dirty="0"/>
              <a:t>The “commercial agent”</a:t>
            </a:r>
          </a:p>
        </p:txBody>
      </p:sp>
      <p:sp>
        <p:nvSpPr>
          <p:cNvPr id="3" name="Text Placeholder 2">
            <a:extLst>
              <a:ext uri="{FF2B5EF4-FFF2-40B4-BE49-F238E27FC236}">
                <a16:creationId xmlns:a16="http://schemas.microsoft.com/office/drawing/2014/main" id="{640B2645-37DD-56A8-40D0-46BD0F5DBEA3}"/>
              </a:ext>
            </a:extLst>
          </p:cNvPr>
          <p:cNvSpPr>
            <a:spLocks noGrp="1"/>
          </p:cNvSpPr>
          <p:nvPr>
            <p:ph type="body" sz="quarter" idx="14"/>
          </p:nvPr>
        </p:nvSpPr>
        <p:spPr/>
        <p:txBody>
          <a:bodyPr/>
          <a:lstStyle/>
          <a:p>
            <a:r>
              <a:rPr lang="en-GB" dirty="0"/>
              <a:t>Legislative creation: Commercial Agents (Council Directive) Regulations 1993</a:t>
            </a:r>
          </a:p>
          <a:p>
            <a:r>
              <a:rPr lang="en-GB" dirty="0"/>
              <a:t>Implementing an EU directive</a:t>
            </a:r>
          </a:p>
          <a:p>
            <a:r>
              <a:rPr lang="en-GB" dirty="0"/>
              <a:t>Part of retained EU law: s.25 European Union (Withdrawal Agreement) Act 2020</a:t>
            </a:r>
          </a:p>
          <a:p>
            <a:r>
              <a:rPr lang="en-GB" dirty="0"/>
              <a:t>Defined (reg. 2(1))as a “self-employed intermediary who has continuing authority to negotiate the sale or purchase of goods on behalf of another person (‘the principal’), or to negotiate and conclude the sale or purchase of goods on behalf of and in the name of that principal…”</a:t>
            </a:r>
          </a:p>
          <a:p>
            <a:r>
              <a:rPr lang="en-GB" dirty="0"/>
              <a:t>NB: note in the definition that it only covers agents dealing in </a:t>
            </a:r>
            <a:r>
              <a:rPr lang="en-GB" i="1" dirty="0"/>
              <a:t>goods </a:t>
            </a:r>
            <a:endParaRPr lang="en-GB" dirty="0"/>
          </a:p>
        </p:txBody>
      </p:sp>
    </p:spTree>
    <p:extLst>
      <p:ext uri="{BB962C8B-B14F-4D97-AF65-F5344CB8AC3E}">
        <p14:creationId xmlns:p14="http://schemas.microsoft.com/office/powerpoint/2010/main" val="3259051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12A40-8347-8A81-369A-8BC210FF01F1}"/>
              </a:ext>
            </a:extLst>
          </p:cNvPr>
          <p:cNvSpPr>
            <a:spLocks noGrp="1"/>
          </p:cNvSpPr>
          <p:nvPr>
            <p:ph type="ctrTitle"/>
          </p:nvPr>
        </p:nvSpPr>
        <p:spPr/>
        <p:txBody>
          <a:bodyPr/>
          <a:lstStyle/>
          <a:p>
            <a:r>
              <a:rPr lang="en-GB" dirty="0"/>
              <a:t>Duties of commercial agent and principal</a:t>
            </a:r>
          </a:p>
        </p:txBody>
      </p:sp>
      <p:sp>
        <p:nvSpPr>
          <p:cNvPr id="3" name="Text Placeholder 2">
            <a:extLst>
              <a:ext uri="{FF2B5EF4-FFF2-40B4-BE49-F238E27FC236}">
                <a16:creationId xmlns:a16="http://schemas.microsoft.com/office/drawing/2014/main" id="{C14FF300-C0B1-DF09-FF60-595FD5549CC6}"/>
              </a:ext>
            </a:extLst>
          </p:cNvPr>
          <p:cNvSpPr>
            <a:spLocks noGrp="1"/>
          </p:cNvSpPr>
          <p:nvPr>
            <p:ph type="body" sz="quarter" idx="14"/>
          </p:nvPr>
        </p:nvSpPr>
        <p:spPr/>
        <p:txBody>
          <a:bodyPr/>
          <a:lstStyle/>
          <a:p>
            <a:r>
              <a:rPr lang="en-GB" dirty="0"/>
              <a:t>Regulation 3(1) requires agent to “look after the interests of his principal and act dutifully and in </a:t>
            </a:r>
            <a:r>
              <a:rPr lang="en-GB" b="1" dirty="0"/>
              <a:t>good faith</a:t>
            </a:r>
            <a:r>
              <a:rPr lang="en-GB" dirty="0"/>
              <a:t>”.</a:t>
            </a:r>
          </a:p>
          <a:p>
            <a:r>
              <a:rPr lang="en-GB" dirty="0"/>
              <a:t>Regulation 3(2) agent must </a:t>
            </a:r>
          </a:p>
          <a:p>
            <a:pPr lvl="1"/>
            <a:r>
              <a:rPr lang="en-GB" dirty="0"/>
              <a:t>“make proper efforts to negotiate and conclude the transactions”</a:t>
            </a:r>
          </a:p>
          <a:p>
            <a:pPr lvl="1"/>
            <a:r>
              <a:rPr lang="en-GB" dirty="0"/>
              <a:t>keep the principal properly informed</a:t>
            </a:r>
          </a:p>
          <a:p>
            <a:pPr lvl="1"/>
            <a:r>
              <a:rPr lang="en-GB" dirty="0"/>
              <a:t>comply with principal’s reasonable instructions</a:t>
            </a:r>
          </a:p>
          <a:p>
            <a:r>
              <a:rPr lang="en-GB" dirty="0"/>
              <a:t>Regulation 4 principal must</a:t>
            </a:r>
          </a:p>
          <a:p>
            <a:pPr lvl="1"/>
            <a:r>
              <a:rPr lang="en-GB" dirty="0"/>
              <a:t>be dutiful – to the regulations and the contract</a:t>
            </a:r>
          </a:p>
          <a:p>
            <a:pPr lvl="1"/>
            <a:r>
              <a:rPr lang="en-GB" dirty="0"/>
              <a:t>act in </a:t>
            </a:r>
            <a:r>
              <a:rPr lang="en-GB" b="1" dirty="0"/>
              <a:t>good faith</a:t>
            </a:r>
          </a:p>
          <a:p>
            <a:pPr lvl="1"/>
            <a:r>
              <a:rPr lang="en-GB" dirty="0"/>
              <a:t>supply all necessary documents relating to the goods</a:t>
            </a:r>
          </a:p>
          <a:p>
            <a:pPr lvl="1"/>
            <a:r>
              <a:rPr lang="en-GB" dirty="0"/>
              <a:t>long list of other things (see textbook p.27)</a:t>
            </a:r>
          </a:p>
          <a:p>
            <a:pPr lvl="1"/>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3223493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42F17-0F67-5265-2174-5EB3CB73F349}"/>
              </a:ext>
            </a:extLst>
          </p:cNvPr>
          <p:cNvSpPr>
            <a:spLocks noGrp="1"/>
          </p:cNvSpPr>
          <p:nvPr>
            <p:ph type="ctrTitle"/>
          </p:nvPr>
        </p:nvSpPr>
        <p:spPr/>
        <p:txBody>
          <a:bodyPr/>
          <a:lstStyle/>
          <a:p>
            <a:r>
              <a:rPr lang="en-GB" dirty="0"/>
              <a:t>Remuneration</a:t>
            </a:r>
          </a:p>
        </p:txBody>
      </p:sp>
      <p:sp>
        <p:nvSpPr>
          <p:cNvPr id="3" name="Text Placeholder 2">
            <a:extLst>
              <a:ext uri="{FF2B5EF4-FFF2-40B4-BE49-F238E27FC236}">
                <a16:creationId xmlns:a16="http://schemas.microsoft.com/office/drawing/2014/main" id="{03923148-6A64-0FFF-0C6C-B843B47DF376}"/>
              </a:ext>
            </a:extLst>
          </p:cNvPr>
          <p:cNvSpPr>
            <a:spLocks noGrp="1"/>
          </p:cNvSpPr>
          <p:nvPr>
            <p:ph type="body" sz="quarter" idx="14"/>
          </p:nvPr>
        </p:nvSpPr>
        <p:spPr/>
        <p:txBody>
          <a:bodyPr/>
          <a:lstStyle/>
          <a:p>
            <a:r>
              <a:rPr lang="en-GB" sz="3200" dirty="0"/>
              <a:t>Parties have contractual freedom to determine this</a:t>
            </a:r>
          </a:p>
          <a:p>
            <a:r>
              <a:rPr lang="en-GB" sz="3200" dirty="0"/>
              <a:t>If contract silent on remuneration, Regulations specify commission</a:t>
            </a:r>
          </a:p>
          <a:p>
            <a:pPr lvl="1"/>
            <a:r>
              <a:rPr lang="en-GB" sz="2800" dirty="0"/>
              <a:t>Such commission to be calculated thus (Reg.6):</a:t>
            </a:r>
          </a:p>
          <a:p>
            <a:pPr lvl="2"/>
            <a:r>
              <a:rPr lang="en-GB" sz="2800" dirty="0"/>
              <a:t>Whatever is customary for the goods in question and the territory; but</a:t>
            </a:r>
          </a:p>
          <a:p>
            <a:pPr lvl="2"/>
            <a:r>
              <a:rPr lang="en-GB" sz="2800" dirty="0"/>
              <a:t>If no such custom, whatever the court deems ‘reasonable’</a:t>
            </a:r>
          </a:p>
          <a:p>
            <a:r>
              <a:rPr lang="en-GB" sz="3200" dirty="0"/>
              <a:t>Timing, apportionment, etc dealt with in Regs 7-12</a:t>
            </a:r>
          </a:p>
        </p:txBody>
      </p:sp>
    </p:spTree>
    <p:extLst>
      <p:ext uri="{BB962C8B-B14F-4D97-AF65-F5344CB8AC3E}">
        <p14:creationId xmlns:p14="http://schemas.microsoft.com/office/powerpoint/2010/main" val="3544932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8E42F-EA3B-8523-7787-170701B3140A}"/>
              </a:ext>
            </a:extLst>
          </p:cNvPr>
          <p:cNvSpPr>
            <a:spLocks noGrp="1"/>
          </p:cNvSpPr>
          <p:nvPr>
            <p:ph type="ctrTitle"/>
          </p:nvPr>
        </p:nvSpPr>
        <p:spPr/>
        <p:txBody>
          <a:bodyPr/>
          <a:lstStyle/>
          <a:p>
            <a:r>
              <a:rPr lang="en-GB" dirty="0"/>
              <a:t>Termination, Compensation and Indemnity</a:t>
            </a:r>
          </a:p>
        </p:txBody>
      </p:sp>
      <p:sp>
        <p:nvSpPr>
          <p:cNvPr id="3" name="Text Placeholder 2">
            <a:extLst>
              <a:ext uri="{FF2B5EF4-FFF2-40B4-BE49-F238E27FC236}">
                <a16:creationId xmlns:a16="http://schemas.microsoft.com/office/drawing/2014/main" id="{72265DF7-B2EB-E03B-D77A-88A762989247}"/>
              </a:ext>
            </a:extLst>
          </p:cNvPr>
          <p:cNvSpPr>
            <a:spLocks noGrp="1"/>
          </p:cNvSpPr>
          <p:nvPr>
            <p:ph type="body" sz="quarter" idx="14"/>
          </p:nvPr>
        </p:nvSpPr>
        <p:spPr/>
        <p:txBody>
          <a:bodyPr/>
          <a:lstStyle/>
          <a:p>
            <a:pPr marL="0" indent="0">
              <a:buNone/>
            </a:pPr>
            <a:r>
              <a:rPr lang="en-GB" dirty="0"/>
              <a:t>Under all of these headings, things look strange to the common lawyer. Obvious grounds are:</a:t>
            </a:r>
          </a:p>
          <a:p>
            <a:r>
              <a:rPr lang="en-GB" dirty="0"/>
              <a:t>Fixed-term has expired</a:t>
            </a:r>
          </a:p>
          <a:p>
            <a:r>
              <a:rPr lang="en-GB" dirty="0"/>
              <a:t>Indefinite agency terminated by notice</a:t>
            </a:r>
          </a:p>
          <a:p>
            <a:r>
              <a:rPr lang="en-GB" dirty="0"/>
              <a:t>Termination by principal for good cause</a:t>
            </a:r>
          </a:p>
          <a:p>
            <a:r>
              <a:rPr lang="en-GB" dirty="0"/>
              <a:t>Termination by agent for good cause</a:t>
            </a:r>
          </a:p>
          <a:p>
            <a:r>
              <a:rPr lang="en-GB" dirty="0"/>
              <a:t>Death, insolvency, cessation of trading</a:t>
            </a:r>
          </a:p>
          <a:p>
            <a:pPr marL="0" indent="0">
              <a:buNone/>
            </a:pPr>
            <a:r>
              <a:rPr lang="en-GB" dirty="0"/>
              <a:t>Also, the agency may be wrongfully terminated.</a:t>
            </a:r>
          </a:p>
          <a:p>
            <a:pPr marL="0" indent="0">
              <a:buNone/>
            </a:pPr>
            <a:r>
              <a:rPr lang="en-GB" dirty="0"/>
              <a:t>In ALL these cases, the agent may have a right to ‘compensation’ or ‘indemnity’!</a:t>
            </a:r>
          </a:p>
          <a:p>
            <a:pPr marL="0" indent="0">
              <a:buNone/>
            </a:pPr>
            <a:r>
              <a:rPr lang="en-GB" dirty="0"/>
              <a:t>Termination by notice is subject both to terms of the contract and to minimum periods specified in </a:t>
            </a:r>
            <a:r>
              <a:rPr lang="en-GB"/>
              <a:t>the Regulations.</a:t>
            </a:r>
            <a:endParaRPr lang="en-GB" dirty="0"/>
          </a:p>
          <a:p>
            <a:pPr marL="0" indent="0">
              <a:buNone/>
            </a:pPr>
            <a:endParaRPr lang="en-GB" dirty="0"/>
          </a:p>
        </p:txBody>
      </p:sp>
    </p:spTree>
    <p:extLst>
      <p:ext uri="{BB962C8B-B14F-4D97-AF65-F5344CB8AC3E}">
        <p14:creationId xmlns:p14="http://schemas.microsoft.com/office/powerpoint/2010/main" val="1432640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E1ABD-2CA1-9796-8BCB-B69E386B94D6}"/>
              </a:ext>
            </a:extLst>
          </p:cNvPr>
          <p:cNvSpPr>
            <a:spLocks noGrp="1"/>
          </p:cNvSpPr>
          <p:nvPr>
            <p:ph type="ctrTitle"/>
          </p:nvPr>
        </p:nvSpPr>
        <p:spPr/>
        <p:txBody>
          <a:bodyPr/>
          <a:lstStyle/>
          <a:p>
            <a:r>
              <a:rPr lang="en-GB"/>
              <a:t>…</a:t>
            </a:r>
            <a:endParaRPr lang="en-GB" dirty="0"/>
          </a:p>
        </p:txBody>
      </p:sp>
      <p:pic>
        <p:nvPicPr>
          <p:cNvPr id="3" name="Picture 2">
            <a:extLst>
              <a:ext uri="{FF2B5EF4-FFF2-40B4-BE49-F238E27FC236}">
                <a16:creationId xmlns:a16="http://schemas.microsoft.com/office/drawing/2014/main" id="{85C2B1A9-1787-0176-11AD-3E3D45263839}"/>
              </a:ext>
            </a:extLst>
          </p:cNvPr>
          <p:cNvPicPr>
            <a:picLocks noChangeAspect="1"/>
          </p:cNvPicPr>
          <p:nvPr/>
        </p:nvPicPr>
        <p:blipFill>
          <a:blip r:embed="rId2"/>
          <a:stretch>
            <a:fillRect/>
          </a:stretch>
        </p:blipFill>
        <p:spPr>
          <a:xfrm>
            <a:off x="1546975" y="1773621"/>
            <a:ext cx="9098050" cy="4879428"/>
          </a:xfrm>
          <a:prstGeom prst="rect">
            <a:avLst/>
          </a:prstGeom>
        </p:spPr>
      </p:pic>
    </p:spTree>
    <p:extLst>
      <p:ext uri="{BB962C8B-B14F-4D97-AF65-F5344CB8AC3E}">
        <p14:creationId xmlns:p14="http://schemas.microsoft.com/office/powerpoint/2010/main" val="3356101597"/>
      </p:ext>
    </p:extLst>
  </p:cSld>
  <p:clrMapOvr>
    <a:masterClrMapping/>
  </p:clrMapOvr>
</p:sld>
</file>

<file path=ppt/theme/theme1.xml><?xml version="1.0" encoding="utf-8"?>
<a:theme xmlns:a="http://schemas.openxmlformats.org/drawingml/2006/main" name="LawSchoolPowerpointtemplate2014">
  <a:themeElements>
    <a:clrScheme name="Custom 1">
      <a:dk1>
        <a:srgbClr val="8C0E1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 2: Text Only">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LawSchoolPowerpointtemplate2014</Template>
  <TotalTime>0</TotalTime>
  <Words>908</Words>
  <Application>Microsoft Office PowerPoint</Application>
  <PresentationFormat>Widescreen</PresentationFormat>
  <Paragraphs>64</Paragraphs>
  <Slides>10</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10</vt:i4>
      </vt:variant>
    </vt:vector>
  </HeadingPairs>
  <TitlesOfParts>
    <vt:vector size="14" baseType="lpstr">
      <vt:lpstr>Arial</vt:lpstr>
      <vt:lpstr>Calibri</vt:lpstr>
      <vt:lpstr>LawSchoolPowerpointtemplate2014</vt:lpstr>
      <vt:lpstr>Slide 2: Text Only</vt:lpstr>
      <vt:lpstr>Topic 1:  Agency </vt:lpstr>
      <vt:lpstr>Termination</vt:lpstr>
      <vt:lpstr>Termination cont…</vt:lpstr>
      <vt:lpstr>Termination (non-consensual agencies)</vt:lpstr>
      <vt:lpstr>Non-terminable agencies </vt:lpstr>
      <vt:lpstr>The “commercial agent”</vt:lpstr>
      <vt:lpstr>Duties of commercial agent and principal</vt:lpstr>
      <vt:lpstr>Remuneration</vt:lpstr>
      <vt:lpstr>Termination, Compensation and Indemnity</vt:lpstr>
      <vt:lpstr>…</vt:lpstr>
    </vt:vector>
  </TitlesOfParts>
  <Company>Lancaster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contracts</dc:title>
  <dc:creator>Austen-Baker, Richard</dc:creator>
  <cp:lastModifiedBy>Austen-Baker, Richard</cp:lastModifiedBy>
  <cp:revision>44</cp:revision>
  <dcterms:created xsi:type="dcterms:W3CDTF">2019-09-24T14:35:46Z</dcterms:created>
  <dcterms:modified xsi:type="dcterms:W3CDTF">2025-10-16T14:06:53Z</dcterms:modified>
</cp:coreProperties>
</file>